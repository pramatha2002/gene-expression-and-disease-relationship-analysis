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Gene X</c:v>
                </c:pt>
              </c:strCache>
            </c:strRef>
          </c:tx>
          <c:spPr>
            <a:solidFill>
              <a:srgbClr val="4FE3C8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2F7F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Healthy</c:v>
                </c:pt>
                <c:pt idx="1">
                  <c:v>Disease A</c:v>
                </c:pt>
                <c:pt idx="2">
                  <c:v>Disease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3.79</c:v>
                </c:pt>
                <c:pt idx="1">
                  <c:v>6.4</c:v>
                </c:pt>
                <c:pt idx="2">
                  <c:v>7.94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BE-4713-8CB8-71B5467EAEC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Gene Y</c:v>
                </c:pt>
              </c:strCache>
            </c:strRef>
          </c:tx>
          <c:spPr>
            <a:solidFill>
              <a:srgbClr val="A78BF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2F7F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Healthy</c:v>
                </c:pt>
                <c:pt idx="1">
                  <c:v>Disease A</c:v>
                </c:pt>
                <c:pt idx="2">
                  <c:v>Disease B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3.55</c:v>
                </c:pt>
                <c:pt idx="1">
                  <c:v>4.58</c:v>
                </c:pt>
                <c:pt idx="2">
                  <c:v>6.52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2BE-4713-8CB8-71B5467EAEC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2F7F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2A475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3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2F7F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7474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2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Expression &amp; Disease Relationship Analysis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analysis of 1,000 patients using Excel, MySQL and Power BI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4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F2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how Gene X and Gene Y expression relate to disease status, smoking status and treatment response, and communicate the patterns through a dashboard.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F2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Gene X and Gene Y expression, smoking status, disease status, treatment response. Coded fields were kept and readable label columns added.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846320" y="1188720"/>
            <a:ext cx="1783080" cy="1508760"/>
          </a:xfrm>
          <a:prstGeom prst="roundRect">
            <a:avLst>
              <a:gd name="adj" fmla="val 6061"/>
            </a:avLst>
          </a:prstGeom>
          <a:solidFill>
            <a:srgbClr val="17344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846320" y="14630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2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21031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patients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12280" y="1188720"/>
            <a:ext cx="1783080" cy="1508760"/>
          </a:xfrm>
          <a:prstGeom prst="roundRect">
            <a:avLst>
              <a:gd name="adj" fmla="val 6061"/>
            </a:avLst>
          </a:prstGeom>
          <a:solidFill>
            <a:srgbClr val="17344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12280" y="14630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962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6812280" y="21031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2880360"/>
            <a:ext cx="1783080" cy="1508760"/>
          </a:xfrm>
          <a:prstGeom prst="roundRect">
            <a:avLst>
              <a:gd name="adj" fmla="val 6061"/>
            </a:avLst>
          </a:prstGeom>
          <a:solidFill>
            <a:srgbClr val="17344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46320" y="31546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7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37947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12280" y="2880360"/>
            <a:ext cx="1783080" cy="1508760"/>
          </a:xfrm>
          <a:prstGeom prst="roundRect">
            <a:avLst>
              <a:gd name="adj" fmla="val 6061"/>
            </a:avLst>
          </a:prstGeom>
          <a:solidFill>
            <a:srgbClr val="17344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12280" y="31546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37947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B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463040" cy="2560320"/>
          </a:xfrm>
          <a:prstGeom prst="roundRect">
            <a:avLst>
              <a:gd name="adj" fmla="val 6250"/>
            </a:avLst>
          </a:prstGeom>
          <a:solidFill>
            <a:srgbClr val="17344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11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9748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2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label columns added, original codes kept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94560" y="1371600"/>
            <a:ext cx="1463040" cy="2560320"/>
          </a:xfrm>
          <a:prstGeom prst="roundRect">
            <a:avLst>
              <a:gd name="adj" fmla="val 6250"/>
            </a:avLst>
          </a:prstGeom>
          <a:solidFill>
            <a:srgbClr val="17344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3317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331720" y="2011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2286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69748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2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count, duplicates, missing values, data types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0" y="1371600"/>
            <a:ext cx="1463040" cy="2560320"/>
          </a:xfrm>
          <a:prstGeom prst="roundRect">
            <a:avLst>
              <a:gd name="adj" fmla="val 6250"/>
            </a:avLst>
          </a:prstGeom>
          <a:solidFill>
            <a:srgbClr val="17344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977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3977640" y="2011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977640" y="2286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269748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2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BY, CASE, subqueries, treatment-response queries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0" y="1371600"/>
            <a:ext cx="1463040" cy="2560320"/>
          </a:xfrm>
          <a:prstGeom prst="roundRect">
            <a:avLst>
              <a:gd name="adj" fmla="val 6250"/>
            </a:avLst>
          </a:prstGeom>
          <a:solidFill>
            <a:srgbClr val="17344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62356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5623560" y="2011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623560" y="2286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623560" y="269748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2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PivotTables and PivotCharts as a second view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32320" y="1371600"/>
            <a:ext cx="1463040" cy="2560320"/>
          </a:xfrm>
          <a:prstGeom prst="roundRect">
            <a:avLst>
              <a:gd name="adj" fmla="val 6250"/>
            </a:avLst>
          </a:prstGeom>
          <a:solidFill>
            <a:srgbClr val="17344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2694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7269480" y="2011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269480" y="2286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269480" y="269748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2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slicers and interactive charts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2600" dirty="0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5840" y="884744"/>
            <a:ext cx="7132320" cy="4009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Expression by Disease Group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97280"/>
          <a:ext cx="51206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852160" y="137160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F2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genes are higher in disease groups than in Healthy.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F2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B has the highest observed average for both genes.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groups are small (18 and 20 patients), so these are observed associations.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 Status &amp; Treatment Response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931920" cy="2834640"/>
          </a:xfrm>
          <a:prstGeom prst="roundRect">
            <a:avLst>
              <a:gd name="adj" fmla="val 3226"/>
            </a:avLst>
          </a:prstGeom>
          <a:solidFill>
            <a:srgbClr val="17344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 status and disease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5740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Non-smokers: Healthy group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Ex-smokers: Disease 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smokers: Disease 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3931920" cy="2834640"/>
          </a:xfrm>
          <a:prstGeom prst="roundRect">
            <a:avLst>
              <a:gd name="adj" fmla="val 3226"/>
            </a:avLst>
          </a:prstGeom>
          <a:solidFill>
            <a:srgbClr val="17344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937760" y="1463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response and expression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205740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response: lowest average expression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response: intermediate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response: highest average expression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patterns observed in this dataset, not evidence of causation.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17344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28016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expression in disease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9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X and Gene Y averages are higher in Disease A and B than in Healthy.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17344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5146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42316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group patterns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9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 status, disease status and treatment response line up strongly in this dataset.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17344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6576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56616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workflow delivered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9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preparation, SQL validation and analysis, and a Power BI dashboard.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316</Words>
  <Application>Microsoft Office PowerPoint</Application>
  <PresentationFormat>On-screen Show (16:9)</PresentationFormat>
  <Paragraphs>68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Prajul MC</cp:lastModifiedBy>
  <cp:revision>3</cp:revision>
  <dcterms:created xsi:type="dcterms:W3CDTF">2026-10-01T11:45:46Z</dcterms:created>
  <dcterms:modified xsi:type="dcterms:W3CDTF">2026-10-01T11:56:15Z</dcterms:modified>
</cp:coreProperties>
</file>